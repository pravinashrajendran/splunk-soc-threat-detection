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1306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2BD4D-8B17-4A8F-8DE6-A1BAD9359F5F}" type="datetimeFigureOut">
              <a:rPr lang="en-IE" smtClean="0"/>
              <a:t>31/03/2026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FE4CD-6ADC-4229-B49D-1C2E3FB0FE4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643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FE4CD-6ADC-4229-B49D-1C2E3FB0FE4C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6626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99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3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94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5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53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3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9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12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78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355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87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22BACAFB-0388-BCBF-CAAD-E9BF5E3E79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l="358" r="-2" b="-2"/>
          <a:stretch>
            <a:fillRect/>
          </a:stretch>
        </p:blipFill>
        <p:spPr>
          <a:xfrm>
            <a:off x="20" y="37323"/>
            <a:ext cx="914169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643467"/>
            <a:ext cx="5373505" cy="5571066"/>
          </a:xfrm>
        </p:spPr>
        <p:txBody>
          <a:bodyPr>
            <a:normAutofit/>
          </a:bodyPr>
          <a:lstStyle/>
          <a:p>
            <a:r>
              <a:rPr lang="en-GB" sz="5700" dirty="0">
                <a:solidFill>
                  <a:schemeClr val="tx1"/>
                </a:solidFill>
              </a:rPr>
              <a:t>SOC Threat Detection &amp; Monitoring using Splunk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8706" y="643467"/>
            <a:ext cx="2322694" cy="5571066"/>
          </a:xfrm>
        </p:spPr>
        <p:txBody>
          <a:bodyPr>
            <a:normAutofit/>
          </a:bodyPr>
          <a:lstStyle/>
          <a:p>
            <a:endParaRPr lang="en-IE" sz="1700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256" y="83128"/>
            <a:ext cx="6901543" cy="461024"/>
          </a:xfrm>
        </p:spPr>
        <p:txBody>
          <a:bodyPr>
            <a:normAutofit fontScale="90000"/>
          </a:bodyPr>
          <a:lstStyle/>
          <a:p>
            <a:r>
              <a:rPr sz="3200" dirty="0"/>
              <a:t>SSH Threat Monitoring Dashboard</a:t>
            </a:r>
          </a:p>
        </p:txBody>
      </p:sp>
      <p:pic>
        <p:nvPicPr>
          <p:cNvPr id="4" name="Picture 3" descr="Screenshot 2026-03-31 0312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" y="644434"/>
            <a:ext cx="8820297" cy="5255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477EC9-4D62-C88D-7040-666755042744}"/>
              </a:ext>
            </a:extLst>
          </p:cNvPr>
          <p:cNvSpPr txBox="1"/>
          <p:nvPr/>
        </p:nvSpPr>
        <p:spPr>
          <a:xfrm>
            <a:off x="200298" y="6000206"/>
            <a:ext cx="7114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failed logins, brute-force attempts, and attacker locations</a:t>
            </a:r>
            <a:endParaRPr lang="en-I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034" y="69669"/>
            <a:ext cx="7124856" cy="322217"/>
          </a:xfrm>
        </p:spPr>
        <p:txBody>
          <a:bodyPr>
            <a:noAutofit/>
          </a:bodyPr>
          <a:lstStyle/>
          <a:p>
            <a:r>
              <a:rPr lang="en-IE" sz="4000" dirty="0"/>
              <a:t>Web Traffic Monitoring Dashboard</a:t>
            </a:r>
            <a:endParaRPr sz="4000" dirty="0"/>
          </a:p>
        </p:txBody>
      </p:sp>
      <p:pic>
        <p:nvPicPr>
          <p:cNvPr id="4" name="Picture 3" descr="Screenshot 2026-03-31 031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7" y="494523"/>
            <a:ext cx="8688666" cy="55405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F9059-D523-5525-4298-E72F8024F22E}"/>
              </a:ext>
            </a:extLst>
          </p:cNvPr>
          <p:cNvSpPr txBox="1"/>
          <p:nvPr/>
        </p:nvSpPr>
        <p:spPr>
          <a:xfrm>
            <a:off x="365760" y="5963803"/>
            <a:ext cx="630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Monitors web traffic, errors, and most accessed resources</a:t>
            </a:r>
            <a:endParaRPr lang="en-IE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011" y="139959"/>
            <a:ext cx="5541140" cy="260091"/>
          </a:xfrm>
        </p:spPr>
        <p:txBody>
          <a:bodyPr>
            <a:normAutofit fontScale="90000"/>
          </a:bodyPr>
          <a:lstStyle/>
          <a:p>
            <a:r>
              <a:rPr dirty="0"/>
              <a:t>Cloudflare </a:t>
            </a:r>
            <a:r>
              <a:rPr lang="en-GB" dirty="0"/>
              <a:t>Dashboard</a:t>
            </a:r>
            <a:endParaRPr dirty="0"/>
          </a:p>
        </p:txBody>
      </p:sp>
      <p:pic>
        <p:nvPicPr>
          <p:cNvPr id="4" name="Picture 3" descr="Screenshot 2026-03-31 0316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86" y="539931"/>
            <a:ext cx="8345714" cy="5286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33913-F404-8C6C-AA7A-B8AADE935C2F}"/>
              </a:ext>
            </a:extLst>
          </p:cNvPr>
          <p:cNvSpPr txBox="1"/>
          <p:nvPr/>
        </p:nvSpPr>
        <p:spPr>
          <a:xfrm>
            <a:off x="341086" y="5496501"/>
            <a:ext cx="7287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Tracks WAF blocks, traffic patterns, and suspicious client activity</a:t>
            </a:r>
            <a:endParaRPr lang="en-IE" dirty="0"/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</TotalTime>
  <Words>49</Words>
  <Application>Microsoft Office PowerPoint</Application>
  <PresentationFormat>On-screen Show (4:3)</PresentationFormat>
  <Paragraphs>8</Paragraphs>
  <Slides>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Tw Cen MT</vt:lpstr>
      <vt:lpstr>Tw Cen MT Condensed</vt:lpstr>
      <vt:lpstr>Wingdings 3</vt:lpstr>
      <vt:lpstr>Integral</vt:lpstr>
      <vt:lpstr>SOC Threat Detection &amp; Monitoring using Splunk</vt:lpstr>
      <vt:lpstr>SSH Threat Monitoring Dashboard</vt:lpstr>
      <vt:lpstr>Web Traffic Monitoring Dashboard</vt:lpstr>
      <vt:lpstr>Cloudflare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Smr Pravinash</cp:lastModifiedBy>
  <cp:revision>3</cp:revision>
  <dcterms:created xsi:type="dcterms:W3CDTF">2013-01-27T09:14:16Z</dcterms:created>
  <dcterms:modified xsi:type="dcterms:W3CDTF">2026-03-30T22:37:07Z</dcterms:modified>
  <cp:category/>
</cp:coreProperties>
</file>